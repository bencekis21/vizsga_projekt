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73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race team working at a pit stop">
            <a:extLst>
              <a:ext uri="{FF2B5EF4-FFF2-40B4-BE49-F238E27FC236}">
                <a16:creationId xmlns:a16="http://schemas.microsoft.com/office/drawing/2014/main" id="{F78C092E-1EDF-1686-A8C1-3ACC563E81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00" t="9091" r="9617" b="-2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275865" y="-511"/>
            <a:ext cx="4592270" cy="9144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3414" y="3091928"/>
            <a:ext cx="6808922" cy="2387600"/>
          </a:xfrm>
        </p:spPr>
        <p:txBody>
          <a:bodyPr>
            <a:normAutofit/>
          </a:bodyPr>
          <a:lstStyle/>
          <a:p>
            <a:pPr algn="l"/>
            <a:r>
              <a:rPr lang="en-US" sz="5700">
                <a:solidFill>
                  <a:schemeClr val="bg1"/>
                </a:solidFill>
              </a:rPr>
              <a:t>Gyula Go-Kart Track – Web Project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7339422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3414" y="5624945"/>
            <a:ext cx="6808922" cy="592975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Modern booking system &amp; website</a:t>
            </a:r>
          </a:p>
          <a:p>
            <a:pPr algn="l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React + Laravel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ace team working at a pit stop">
            <a:extLst>
              <a:ext uri="{FF2B5EF4-FFF2-40B4-BE49-F238E27FC236}">
                <a16:creationId xmlns:a16="http://schemas.microsoft.com/office/drawing/2014/main" id="{EADFCB63-AAE7-106A-E584-32EE7B767F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8292" r="5707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941832"/>
            <a:ext cx="7879842" cy="2057400"/>
          </a:xfrm>
        </p:spPr>
        <p:txBody>
          <a:bodyPr anchor="b">
            <a:normAutofit/>
          </a:bodyPr>
          <a:lstStyle/>
          <a:p>
            <a:r>
              <a:rPr lang="hu-HU">
                <a:solidFill>
                  <a:schemeClr val="bg1"/>
                </a:solidFill>
              </a:rPr>
              <a:t>Project Overview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3241202"/>
            <a:ext cx="7879842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3502152"/>
            <a:ext cx="7879842" cy="2670048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Website for the Gyula Go-Kart Track</a:t>
            </a:r>
          </a:p>
          <a:p>
            <a:r>
              <a:rPr lang="en-US" sz="1700">
                <a:solidFill>
                  <a:schemeClr val="bg1"/>
                </a:solidFill>
              </a:rPr>
              <a:t>Online booking and reservation system</a:t>
            </a:r>
          </a:p>
          <a:p>
            <a:r>
              <a:rPr lang="en-US" sz="1700">
                <a:solidFill>
                  <a:schemeClr val="bg1"/>
                </a:solidFill>
              </a:rPr>
              <a:t>Modern, fast, and user-friendly design</a:t>
            </a:r>
          </a:p>
          <a:p>
            <a:r>
              <a:rPr lang="en-US" sz="1700">
                <a:solidFill>
                  <a:schemeClr val="bg1"/>
                </a:solidFill>
              </a:rPr>
              <a:t>Scalable backend with database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ace team working at a pit stop">
            <a:extLst>
              <a:ext uri="{FF2B5EF4-FFF2-40B4-BE49-F238E27FC236}">
                <a16:creationId xmlns:a16="http://schemas.microsoft.com/office/drawing/2014/main" id="{B8671C18-D750-E592-C975-DEAF3FAC3A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8292" r="5707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941832"/>
            <a:ext cx="7879842" cy="2057400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Technology Stack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3241202"/>
            <a:ext cx="7879842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3502152"/>
            <a:ext cx="7879842" cy="2670048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Frontend: React</a:t>
            </a:r>
          </a:p>
          <a:p>
            <a:r>
              <a:rPr lang="en-US" sz="1700">
                <a:solidFill>
                  <a:schemeClr val="bg1"/>
                </a:solidFill>
              </a:rPr>
              <a:t>Backend: Laravel (REST API)</a:t>
            </a:r>
          </a:p>
          <a:p>
            <a:r>
              <a:rPr lang="en-US" sz="1700">
                <a:solidFill>
                  <a:schemeClr val="bg1"/>
                </a:solidFill>
              </a:rPr>
              <a:t>Database: MySQL / PostgreSQL</a:t>
            </a:r>
          </a:p>
          <a:p>
            <a:r>
              <a:rPr lang="en-US" sz="1700">
                <a:solidFill>
                  <a:schemeClr val="bg1"/>
                </a:solidFill>
              </a:rPr>
              <a:t>Authentication and role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ace team working at a pit stop">
            <a:extLst>
              <a:ext uri="{FF2B5EF4-FFF2-40B4-BE49-F238E27FC236}">
                <a16:creationId xmlns:a16="http://schemas.microsoft.com/office/drawing/2014/main" id="{21792FD0-3244-A1B0-3F6C-3EF87454A2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8292" r="5707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941832"/>
            <a:ext cx="7879842" cy="2057400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Main Features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3241202"/>
            <a:ext cx="7879842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3502152"/>
            <a:ext cx="7879842" cy="2670048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Online booking with time slots</a:t>
            </a:r>
          </a:p>
          <a:p>
            <a:r>
              <a:rPr lang="en-US" sz="1700">
                <a:solidFill>
                  <a:schemeClr val="bg1"/>
                </a:solidFill>
              </a:rPr>
              <a:t>User registration and login</a:t>
            </a:r>
          </a:p>
          <a:p>
            <a:r>
              <a:rPr lang="en-US" sz="1700">
                <a:solidFill>
                  <a:schemeClr val="bg1"/>
                </a:solidFill>
              </a:rPr>
              <a:t>Admin panel for track management</a:t>
            </a:r>
          </a:p>
          <a:p>
            <a:r>
              <a:rPr lang="en-US" sz="1700">
                <a:solidFill>
                  <a:schemeClr val="bg1"/>
                </a:solidFill>
              </a:rPr>
              <a:t>Booking confirmation and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ace team working at a pit stop">
            <a:extLst>
              <a:ext uri="{FF2B5EF4-FFF2-40B4-BE49-F238E27FC236}">
                <a16:creationId xmlns:a16="http://schemas.microsoft.com/office/drawing/2014/main" id="{DA5910F0-A066-38CA-E04D-A65E037600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8292" r="5707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941832"/>
            <a:ext cx="7879842" cy="2057400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Booking Flow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3241202"/>
            <a:ext cx="7879842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3502152"/>
            <a:ext cx="7879842" cy="2670048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User selects date and time</a:t>
            </a:r>
          </a:p>
          <a:p>
            <a:r>
              <a:rPr lang="en-US" sz="1700">
                <a:solidFill>
                  <a:schemeClr val="bg1"/>
                </a:solidFill>
              </a:rPr>
              <a:t>Available slots are shown</a:t>
            </a:r>
          </a:p>
          <a:p>
            <a:r>
              <a:rPr lang="en-US" sz="1700">
                <a:solidFill>
                  <a:schemeClr val="bg1"/>
                </a:solidFill>
              </a:rPr>
              <a:t>Reservation saved to database</a:t>
            </a:r>
          </a:p>
          <a:p>
            <a:r>
              <a:rPr lang="en-US" sz="1700">
                <a:solidFill>
                  <a:schemeClr val="bg1"/>
                </a:solidFill>
              </a:rPr>
              <a:t>Email / on-screen confirmation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ace team working at a pit stop">
            <a:extLst>
              <a:ext uri="{FF2B5EF4-FFF2-40B4-BE49-F238E27FC236}">
                <a16:creationId xmlns:a16="http://schemas.microsoft.com/office/drawing/2014/main" id="{0E03DAE9-F29D-6756-B7D1-80B3E5F1DA0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8292" r="5707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941832"/>
            <a:ext cx="7879842" cy="2057400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Database Concept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3241202"/>
            <a:ext cx="7879842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3502152"/>
            <a:ext cx="7879842" cy="2670048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Users table (customers, admins)</a:t>
            </a:r>
          </a:p>
          <a:p>
            <a:r>
              <a:rPr lang="en-US" sz="1700">
                <a:solidFill>
                  <a:schemeClr val="bg1"/>
                </a:solidFill>
              </a:rPr>
              <a:t>Bookings table (date, time, status)</a:t>
            </a:r>
          </a:p>
          <a:p>
            <a:r>
              <a:rPr lang="en-US" sz="1700">
                <a:solidFill>
                  <a:schemeClr val="bg1"/>
                </a:solidFill>
              </a:rPr>
              <a:t>Tracks / sessions table</a:t>
            </a:r>
          </a:p>
          <a:p>
            <a:r>
              <a:rPr lang="en-US" sz="1700">
                <a:solidFill>
                  <a:schemeClr val="bg1"/>
                </a:solidFill>
              </a:rPr>
              <a:t>Relationships between users and bookings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ace team working at a pit stop">
            <a:extLst>
              <a:ext uri="{FF2B5EF4-FFF2-40B4-BE49-F238E27FC236}">
                <a16:creationId xmlns:a16="http://schemas.microsoft.com/office/drawing/2014/main" id="{12AEC759-A3ED-8E97-BD47-A0D7A6CC6C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8292" r="5707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941832"/>
            <a:ext cx="7879842" cy="2057400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Team &amp; Work Distribution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3241202"/>
            <a:ext cx="7879842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3502152"/>
            <a:ext cx="7879842" cy="2670048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Bence – Frontend (React UI, booking pages)</a:t>
            </a:r>
          </a:p>
          <a:p>
            <a:r>
              <a:rPr lang="en-US" sz="1700">
                <a:solidFill>
                  <a:schemeClr val="bg1"/>
                </a:solidFill>
              </a:rPr>
              <a:t>Márk – Backend (Laravel API, business logic)</a:t>
            </a:r>
          </a:p>
          <a:p>
            <a:r>
              <a:rPr lang="en-US" sz="1700">
                <a:solidFill>
                  <a:schemeClr val="bg1"/>
                </a:solidFill>
              </a:rPr>
              <a:t>Gyuri – Database design &amp; deployment</a:t>
            </a:r>
          </a:p>
          <a:p>
            <a:r>
              <a:rPr lang="en-US" sz="1700">
                <a:solidFill>
                  <a:schemeClr val="bg1"/>
                </a:solidFill>
              </a:rPr>
              <a:t>Shared responsibility: testing &amp; 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ace team working at a pit stop">
            <a:extLst>
              <a:ext uri="{FF2B5EF4-FFF2-40B4-BE49-F238E27FC236}">
                <a16:creationId xmlns:a16="http://schemas.microsoft.com/office/drawing/2014/main" id="{0334C34C-3D80-E0ED-6EEB-C17C2C0E39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8292" r="5707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941832"/>
            <a:ext cx="7879842" cy="2057400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Project Timeline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3241202"/>
            <a:ext cx="7879842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3502152"/>
            <a:ext cx="7879842" cy="2670048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Planning &amp; design</a:t>
            </a:r>
          </a:p>
          <a:p>
            <a:r>
              <a:rPr lang="en-US" sz="1700">
                <a:solidFill>
                  <a:schemeClr val="bg1"/>
                </a:solidFill>
              </a:rPr>
              <a:t>Frontend and backend development</a:t>
            </a:r>
          </a:p>
          <a:p>
            <a:r>
              <a:rPr lang="en-US" sz="1700">
                <a:solidFill>
                  <a:schemeClr val="bg1"/>
                </a:solidFill>
              </a:rPr>
              <a:t>Database integration</a:t>
            </a:r>
          </a:p>
          <a:p>
            <a:r>
              <a:rPr lang="en-US" sz="1700">
                <a:solidFill>
                  <a:schemeClr val="bg1"/>
                </a:solidFill>
              </a:rPr>
              <a:t>Testing and final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race team working at a pit stop">
            <a:extLst>
              <a:ext uri="{FF2B5EF4-FFF2-40B4-BE49-F238E27FC236}">
                <a16:creationId xmlns:a16="http://schemas.microsoft.com/office/drawing/2014/main" id="{8694C514-D076-2F91-9556-B3AFE8CE0A1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8292" r="5707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537" y="243238"/>
            <a:ext cx="7406640" cy="2256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hu-HU" sz="7100" dirty="0">
                <a:solidFill>
                  <a:srgbClr val="FFFFFF"/>
                </a:solidFill>
              </a:rPr>
              <a:t>Reservation </a:t>
            </a:r>
            <a:r>
              <a:rPr lang="en-US" sz="7100" dirty="0">
                <a:solidFill>
                  <a:srgbClr val="FFFFFF"/>
                </a:solidFill>
              </a:rPr>
              <a:t>– Go-Kart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7537" y="2497718"/>
            <a:ext cx="7406640" cy="1414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sz="2400"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EF3741-C468-D32D-0345-7B11F01EB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00" y="2701650"/>
            <a:ext cx="8634714" cy="41055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4" name="Picture 3" descr="A race team working at a pit stop">
            <a:extLst>
              <a:ext uri="{FF2B5EF4-FFF2-40B4-BE49-F238E27FC236}">
                <a16:creationId xmlns:a16="http://schemas.microsoft.com/office/drawing/2014/main" id="{E192A931-789F-58C6-958F-AA182AE4FB7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8292" r="5707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8635" y="324091"/>
            <a:ext cx="7346728" cy="1595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500" dirty="0">
                <a:solidFill>
                  <a:srgbClr val="FFFFFF"/>
                </a:solidFill>
              </a:rPr>
              <a:t> </a:t>
            </a:r>
            <a:r>
              <a:rPr lang="hu-HU" sz="4500" dirty="0">
                <a:solidFill>
                  <a:srgbClr val="FFFFFF"/>
                </a:solidFill>
              </a:rPr>
              <a:t>Homepage</a:t>
            </a:r>
            <a:endParaRPr lang="en-US" sz="4500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8635" y="2010144"/>
            <a:ext cx="7346728" cy="20570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endParaRPr lang="en-US" sz="2400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650B6F-2871-1FB8-273A-97CF758EA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82" y="2526312"/>
            <a:ext cx="8345347" cy="38180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ace team working at a pit stop">
            <a:extLst>
              <a:ext uri="{FF2B5EF4-FFF2-40B4-BE49-F238E27FC236}">
                <a16:creationId xmlns:a16="http://schemas.microsoft.com/office/drawing/2014/main" id="{B7B34764-620F-9952-4B88-7D3AA05B57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8292" r="5707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941832"/>
            <a:ext cx="7879842" cy="2057400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3241202"/>
            <a:ext cx="7879842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3502152"/>
            <a:ext cx="7879842" cy="2670048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Modern web solution for a real business</a:t>
            </a:r>
          </a:p>
          <a:p>
            <a:r>
              <a:rPr lang="en-US" sz="1700">
                <a:solidFill>
                  <a:schemeClr val="bg1"/>
                </a:solidFill>
              </a:rPr>
              <a:t>Easy online booking for customers</a:t>
            </a:r>
          </a:p>
          <a:p>
            <a:r>
              <a:rPr lang="en-US" sz="1700">
                <a:solidFill>
                  <a:schemeClr val="bg1"/>
                </a:solidFill>
              </a:rPr>
              <a:t>Clear team roles and scalable system</a:t>
            </a:r>
          </a:p>
          <a:p>
            <a:r>
              <a:rPr lang="en-US" sz="1700">
                <a:solidFill>
                  <a:schemeClr val="bg1"/>
                </a:solidFill>
              </a:rPr>
              <a:t>Ready for future extensions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206</Words>
  <Application>Microsoft Office PowerPoint</Application>
  <PresentationFormat>On-screen Show (4:3)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Gyula Go-Kart Track – Web Project</vt:lpstr>
      <vt:lpstr>Project Overview</vt:lpstr>
      <vt:lpstr>Technology Stack</vt:lpstr>
      <vt:lpstr>Main Features</vt:lpstr>
      <vt:lpstr>Booking Flow</vt:lpstr>
      <vt:lpstr>Database Concept</vt:lpstr>
      <vt:lpstr>Team &amp; Work Distribution</vt:lpstr>
      <vt:lpstr>Project Timeline</vt:lpstr>
      <vt:lpstr>Reservation – Go-Kart Track</vt:lpstr>
      <vt:lpstr> Homepage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Göndör György</cp:lastModifiedBy>
  <cp:revision>6</cp:revision>
  <dcterms:created xsi:type="dcterms:W3CDTF">2013-01-27T09:14:16Z</dcterms:created>
  <dcterms:modified xsi:type="dcterms:W3CDTF">2026-02-02T10:09:30Z</dcterms:modified>
  <cp:category/>
</cp:coreProperties>
</file>